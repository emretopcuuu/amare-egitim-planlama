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B1E3F"/>
              </a:gs>
              <a:gs pos="100000">
                <a:srgbClr val="6A1B9A"/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0" y="3246120"/>
            <a:ext cx="14173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574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 spc="400">
                <a:solidFill>
                  <a:srgbClr val="D4AF37"/>
                </a:solidFill>
                <a:latin typeface="Calibri"/>
              </a:rPr>
              <a:t>— KYANİ SEYAHAT GÜNLÜĞÜ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Akdeniz Rotası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2044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Calibri"/>
              </a:rPr>
              <a:t>Dünyanın her yerinde spor, her limanda yeni bir hikaye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920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D4AF37"/>
                </a:solidFill>
                <a:latin typeface="Calibri"/>
              </a:rPr>
              <a:t>MALLORCA   •   BARCELONA   •   NAPOLİ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 spc="200">
                <a:solidFill>
                  <a:srgbClr val="FFFFFF"/>
                </a:solidFill>
                <a:latin typeface="Calibri"/>
              </a:rPr>
              <a:t>Akdeniz Cruise  |  Amare Business Planlama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_1.jpg"/>
          <p:cNvPicPr>
            <a:picLocks noChangeAspect="1"/>
          </p:cNvPicPr>
          <p:nvPr/>
        </p:nvPicPr>
        <p:blipFill>
          <a:blip r:embed="rId2"/>
          <a:srcRect l="4525" r="4525"/>
          <a:stretch>
            <a:fillRect/>
          </a:stretch>
        </p:blipFill>
        <p:spPr>
          <a:xfrm>
            <a:off x="0" y="0"/>
            <a:ext cx="62179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0"/>
            <a:ext cx="5973775" cy="6858000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914400"/>
            <a:ext cx="731520" cy="36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097280"/>
            <a:ext cx="4693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D4AF37"/>
                </a:solidFill>
                <a:latin typeface="Calibri"/>
              </a:rPr>
              <a:t>01  /  MALLORCA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45920"/>
            <a:ext cx="46936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Dünyanın her
yerinde spor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566160"/>
            <a:ext cx="469361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Sabah 07:13. İspanya'nın incisi Mallorca'da güne spor salonuyla başlamak — disiplin sınır tanımaz. Nerede olursan ol, motivasyon yanında taşınır.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5852160"/>
            <a:ext cx="4693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4AF37"/>
                </a:solidFill>
                <a:latin typeface="Calibri"/>
              </a:rPr>
              <a:t>●  07:13  •  GYM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_2.jpg"/>
          <p:cNvPicPr>
            <a:picLocks noChangeAspect="1"/>
          </p:cNvPicPr>
          <p:nvPr/>
        </p:nvPicPr>
        <p:blipFill>
          <a:blip r:embed="rId2"/>
          <a:srcRect t="32379" b="3237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ln>
            <a:noFill/>
          </a:ln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80000"/>
                </a:srgb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D4AF37"/>
                </a:solidFill>
                <a:latin typeface="Calibri"/>
              </a:rPr>
              <a:t>02  /  BARCELONA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Port of Barcelona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Calibri"/>
              </a:rPr>
              <a:t>Dev geminin gölgesinde — yolculuk buradan başlıyor.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72200"/>
            <a:ext cx="2185416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600" b="1">
                <a:solidFill>
                  <a:srgbClr val="6A1B9A"/>
                </a:solidFill>
              </a:rPr>
              <a:t>⌖ </a:t>
            </a:r>
            <a:r>
              <a:rPr sz="1600" b="1">
                <a:solidFill>
                  <a:srgbClr val="6A1B9A"/>
                </a:solidFill>
                <a:latin typeface="Calibri"/>
              </a:rPr>
              <a:t>PORT OF BARCELONA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_3.jpg"/>
          <p:cNvPicPr>
            <a:picLocks noChangeAspect="1"/>
          </p:cNvPicPr>
          <p:nvPr/>
        </p:nvPicPr>
        <p:blipFill>
          <a:blip r:embed="rId2"/>
          <a:srcRect l="13117" r="13117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960120"/>
            <a:ext cx="731520" cy="36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D4AF37"/>
                </a:solidFill>
                <a:latin typeface="Calibri"/>
              </a:rPr>
              <a:t>03  /  OPEN SEA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Denizle
baş başa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4114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Sonsuz ufuk, sıcak jakuzi ve bir fincan huzur. Akdeniz sularında kısa bir mola — vücut dinlenir, zihin toparlanır.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4AF37"/>
                </a:solidFill>
                <a:latin typeface="Calibri"/>
              </a:rPr>
              <a:t>●  ON BOARD  •  RELAX MODE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_4.jpg"/>
          <p:cNvPicPr>
            <a:picLocks noChangeAspect="1"/>
          </p:cNvPicPr>
          <p:nvPr/>
        </p:nvPicPr>
        <p:blipFill>
          <a:blip r:embed="rId2"/>
          <a:srcRect l="4928" r="4928"/>
          <a:stretch>
            <a:fillRect/>
          </a:stretch>
        </p:blipFill>
        <p:spPr>
          <a:xfrm>
            <a:off x="5669280" y="0"/>
            <a:ext cx="65224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2D0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731520" cy="36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D4AF37"/>
                </a:solidFill>
                <a:latin typeface="Calibri"/>
              </a:rPr>
              <a:t>04  /  NAPOLİ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I LIVE KYANİ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D4AF37"/>
                </a:solidFill>
                <a:latin typeface="Calibri"/>
              </a:rPr>
              <a:t>— Güney İtalya'nın kalbinde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Antik taş merdivenler, güneşli sokaklar ve büyük bir hayalin izinde atılan her adım. Napoli, hikayenin en tutkulu sahnelerinden biri.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52160"/>
            <a:ext cx="978407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600" b="1">
                <a:solidFill>
                  <a:srgbClr val="6A1B9A"/>
                </a:solidFill>
              </a:rPr>
              <a:t>⌖ </a:t>
            </a:r>
            <a:r>
              <a:rPr sz="1600" b="1">
                <a:solidFill>
                  <a:srgbClr val="6A1B9A"/>
                </a:solidFill>
                <a:latin typeface="Calibri"/>
              </a:rPr>
              <a:t>NAPOLİ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_5.jpg"/>
          <p:cNvPicPr>
            <a:picLocks noChangeAspect="1"/>
          </p:cNvPicPr>
          <p:nvPr/>
        </p:nvPicPr>
        <p:blipFill>
          <a:blip r:embed="rId2"/>
          <a:srcRect t="29113" b="2911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0B1E3F">
                  <a:alpha val="90000"/>
                </a:srgbClr>
              </a:gs>
              <a:gs pos="100000">
                <a:srgbClr val="0B1E3F">
                  <a:alpha val="0"/>
                </a:srgb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D4AF37"/>
                </a:solidFill>
                <a:latin typeface="Calibri"/>
              </a:rPr>
              <a:t>05  /  DECK GAMES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0" cy="36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6400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Takım ruhu
gökyüzünün altında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6400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Güverteye kurulan sahada basketbol — rekabet, enerji ve kahkaha. Başarı, beraber oynayan takımla gelir.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4AF37"/>
                </a:solidFill>
                <a:latin typeface="Calibri"/>
              </a:rPr>
              <a:t>●  AT SEA  •  TEAM SPIRIT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6A1B9A"/>
              </a:gs>
              <a:gs pos="100000">
                <a:srgbClr val="0B1E3F"/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9997135" cy="4663440"/>
          </a:xfrm>
          <a:prstGeom prst="rect">
            <a:avLst/>
          </a:prstGeom>
          <a:noFill/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 spc="500">
                <a:solidFill>
                  <a:srgbClr val="D4AF37"/>
                </a:solidFill>
                <a:latin typeface="Calibri"/>
              </a:rPr>
              <a:t>— TEŞEKKÜRLER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9748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1">
                <a:solidFill>
                  <a:srgbClr val="FFFFFF"/>
                </a:solidFill>
                <a:latin typeface="Calibri"/>
              </a:rPr>
              <a:t>Hikaye devam ediyor...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Calibri"/>
              </a:rPr>
              <a:t>Dünyanın her yerinde spor. Her limanda yeni bir 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3949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600">
                <a:solidFill>
                  <a:srgbClr val="D4AF37"/>
                </a:solidFill>
                <a:latin typeface="Calibri"/>
              </a:rPr>
              <a:t>KYANİ  •  AKDENİZ CRUISE  • 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